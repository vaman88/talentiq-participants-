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2f76d6ada64bd4" /><Relationship Type="http://schemas.openxmlformats.org/officeDocument/2006/relationships/extended-properties" Target="/docProps/app.xml" Id="R9f800ab23e474352" /><Relationship Type="http://schemas.openxmlformats.org/officeDocument/2006/relationships/officeDocument" Target="/ppt/presentation.xml" Id="R3676749091aa40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96eb959f944c6"/>
  </p:sldMasterIdLst>
  <p:notesMasterIdLst>
    <p:notesMasterId xmlns:r="http://schemas.openxmlformats.org/officeDocument/2006/relationships" r:id="R9c691564f1284417"/>
  </p:notesMasterIdLst>
  <p:sldIdLst>
    <p:sldId xmlns:r="http://schemas.openxmlformats.org/officeDocument/2006/relationships" id="256" r:id="R0a009f7376c547aa"/>
    <p:sldId xmlns:r="http://schemas.openxmlformats.org/officeDocument/2006/relationships" id="257" r:id="R56e31adb5fe14207"/>
    <p:sldId xmlns:r="http://schemas.openxmlformats.org/officeDocument/2006/relationships" id="258" r:id="R5786d51933af472e"/>
    <p:sldId xmlns:r="http://schemas.openxmlformats.org/officeDocument/2006/relationships" id="259" r:id="Rca49b5284d9e4556"/>
    <p:sldId xmlns:r="http://schemas.openxmlformats.org/officeDocument/2006/relationships" id="260" r:id="R0751fb46f5ea404f"/>
    <p:sldId xmlns:r="http://schemas.openxmlformats.org/officeDocument/2006/relationships" id="261" r:id="R1c18b50c36a44dbc"/>
    <p:sldId xmlns:r="http://schemas.openxmlformats.org/officeDocument/2006/relationships" id="262" r:id="Rf3ce813cf97f4d55"/>
    <p:sldId xmlns:r="http://schemas.openxmlformats.org/officeDocument/2006/relationships" id="263" r:id="Rbcf05b77f9b243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27c61fbf2843ca" /><Relationship Type="http://schemas.openxmlformats.org/officeDocument/2006/relationships/slideMaster" Target="/ppt/slideMasters/slideMaster1.xml" Id="R53296eb959f944c6" /><Relationship Type="http://schemas.openxmlformats.org/officeDocument/2006/relationships/notesMaster" Target="/ppt/notesMasters/notesMaster1.xml" Id="R9c691564f1284417" /><Relationship Type="http://schemas.openxmlformats.org/officeDocument/2006/relationships/presProps" Target="/ppt/presProps.xml" Id="Rfa4a0e846ad641b5" /><Relationship Type="http://schemas.openxmlformats.org/officeDocument/2006/relationships/tableStyles" Target="/ppt/tableStyles.xml" Id="R367a40b126d1447e" /><Relationship Type="http://schemas.openxmlformats.org/officeDocument/2006/relationships/slide" Target="/ppt/slides/slide1.xml" Id="R0a009f7376c547aa" /><Relationship Type="http://schemas.openxmlformats.org/officeDocument/2006/relationships/slide" Target="/ppt/slides/slide2.xml" Id="R56e31adb5fe14207" /><Relationship Type="http://schemas.openxmlformats.org/officeDocument/2006/relationships/slide" Target="/ppt/slides/slide3.xml" Id="R5786d51933af472e" /><Relationship Type="http://schemas.openxmlformats.org/officeDocument/2006/relationships/slide" Target="/ppt/slides/slide4.xml" Id="Rca49b5284d9e4556" /><Relationship Type="http://schemas.openxmlformats.org/officeDocument/2006/relationships/slide" Target="/ppt/slides/slide5.xml" Id="R0751fb46f5ea404f" /><Relationship Type="http://schemas.openxmlformats.org/officeDocument/2006/relationships/slide" Target="/ppt/slides/slide6.xml" Id="R1c18b50c36a44dbc" /><Relationship Type="http://schemas.openxmlformats.org/officeDocument/2006/relationships/slide" Target="/ppt/slides/slide7.xml" Id="Rf3ce813cf97f4d55" /><Relationship Type="http://schemas.openxmlformats.org/officeDocument/2006/relationships/slide" Target="/ppt/slides/slide8.xml" Id="Rbcf05b77f9b2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6046e1f3944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bd9a3e96b4e52" /><Relationship Type="http://schemas.openxmlformats.org/officeDocument/2006/relationships/notesMaster" Target="/ppt/notesMasters/notesMaster1.xml" Id="R095103aab99645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31df22da96413b" /><Relationship Type="http://schemas.openxmlformats.org/officeDocument/2006/relationships/notesMaster" Target="/ppt/notesMasters/notesMaster1.xml" Id="R26de90e8be4c41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3a62e0c4b427e" /><Relationship Type="http://schemas.openxmlformats.org/officeDocument/2006/relationships/notesMaster" Target="/ppt/notesMasters/notesMaster1.xml" Id="Rb639d81c20c845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4a502575fa4a9d" /><Relationship Type="http://schemas.openxmlformats.org/officeDocument/2006/relationships/notesMaster" Target="/ppt/notesMasters/notesMaster1.xml" Id="R6bbcf814713243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ec985b64ad4287" /><Relationship Type="http://schemas.openxmlformats.org/officeDocument/2006/relationships/notesMaster" Target="/ppt/notesMasters/notesMaster1.xml" Id="Rc2776754fb6e40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c75cc153754572" /><Relationship Type="http://schemas.openxmlformats.org/officeDocument/2006/relationships/notesMaster" Target="/ppt/notesMasters/notesMaster1.xml" Id="Rc78d3b7c8d26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54e3bddeea461c" /><Relationship Type="http://schemas.openxmlformats.org/officeDocument/2006/relationships/notesMaster" Target="/ppt/notesMasters/notesMaster1.xml" Id="Rb5eae9a1486c4e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b4344e4a9a4438" /><Relationship Type="http://schemas.openxmlformats.org/officeDocument/2006/relationships/notesMaster" Target="/ppt/notesMasters/notesMaster1.xml" Id="R064c33719dc641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893fff58240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03b1aaf5af4d8f" /><Relationship Type="http://schemas.openxmlformats.org/officeDocument/2006/relationships/slideLayout" Target="/ppt/slideLayouts/slideLayout1.xml" Id="Rea534047c76b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534047c76b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b0ff705da4136" /><Relationship Type="http://schemas.openxmlformats.org/officeDocument/2006/relationships/notesSlide" Target="/ppt/notesSlides/notesSlide1.xml" Id="R46b90adf1c1445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3c445001b4061" /><Relationship Type="http://schemas.openxmlformats.org/officeDocument/2006/relationships/notesSlide" Target="/ppt/notesSlides/notesSlide2.xml" Id="R8cc6b18b9abb45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b25a9aec041cb" /><Relationship Type="http://schemas.openxmlformats.org/officeDocument/2006/relationships/notesSlide" Target="/ppt/notesSlides/notesSlide3.xml" Id="R425a5c33bbd144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4a446446347aa" /><Relationship Type="http://schemas.openxmlformats.org/officeDocument/2006/relationships/notesSlide" Target="/ppt/notesSlides/notesSlide4.xml" Id="Rd0fb38fc111a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80ea7fbcd42d9" /><Relationship Type="http://schemas.openxmlformats.org/officeDocument/2006/relationships/notesSlide" Target="/ppt/notesSlides/notesSlide5.xml" Id="R1a93e4f8e5a946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f3086e77d4cf7" /><Relationship Type="http://schemas.openxmlformats.org/officeDocument/2006/relationships/notesSlide" Target="/ppt/notesSlides/notesSlide6.xml" Id="Rfdc49ebf946a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084f651be4f02" /><Relationship Type="http://schemas.openxmlformats.org/officeDocument/2006/relationships/notesSlide" Target="/ppt/notesSlides/notesSlide7.xml" Id="Rf38dd547483d49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1c97bf28a482f" /><Relationship Type="http://schemas.openxmlformats.org/officeDocument/2006/relationships/notesSlide" Target="/ppt/notesSlides/notesSlide8.xml" Id="R878c205ac9194a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01D778-9437-4C99-ADC2-FE346C6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TALENTIQ / J.B. HUNT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4ECCE-F98D-4E17-AE80-AA5C28D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99CF6-2260-451A-8BDC-51C645B8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D17E1-C08E-45E5-A520-11E0C61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161925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6E2EF-92B4-42EA-8CAB-2FDC594A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668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141"/>
          </a:bodyPr>
          <a:lstStyle xmlns:a="http://schemas.openxmlformats.org/drawingml/2006/main"/>
          <a:p xmlns:a="http://schemas.openxmlformats.org/drawingml/2006/main">
            <a:pPr algn="l">
              <a:defRPr sz="92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92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TALENT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18D78-AD86-465D-9129-8544108A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57475"/>
            <a:ext cx="10287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814"/>
          </a:bodyPr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13950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IQ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78AEB-ED53-4E34-95D2-615CA4B1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SMARTER CAREER FAIR RECRUITING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590CE-3058-4DAA-9EAD-0BCE82B3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ANIRUDH SOHANEY &amp;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B750E-149D-492B-9317-976BDAF1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67375"/>
            <a:ext cx="3781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01 → 02 → 03</a:t>
            </a:r>
          </a:p>
        </p:txBody>
      </p:sp>
    </p:spTree>
    <p:extLst>
      <p:ext uri="{BB962C8B-B14F-4D97-AF65-F5344CB8AC3E}">
        <p14:creationId xmlns:p14="http://schemas.microsoft.com/office/powerpoint/2010/main" val="56995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DB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BB31A1-48D7-4003-BEF4-6D6C0D09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TALENTIQ / J.B. HUNT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AB3F4-B09F-4DBB-BC52-B0C74A7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D3F51-2502-4776-A0EA-315D435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BDBCC-ED1D-44B7-B698-F1CA41A7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95350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0659"/>
          </a:bodyPr>
          <a:lstStyle xmlns:a="http://schemas.openxmlformats.org/drawingml/2006/main"/>
          <a:p xmlns:a="http://schemas.openxmlformats.org/drawingml/2006/main">
            <a:pPr algn="l">
              <a:defRPr sz="6825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6825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ONE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26C58-3C98-462B-9B02-7EA91F08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385"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THREE STAGES.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E5532-B281-486E-8F91-5E8A7980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514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56EF6-2170-4D22-8D19-15C0CDD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100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784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51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EDB15-AD3F-4D48-BD76-1A6DD8EB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27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CHECK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AFE1B-BC43-4E4B-AE4A-C82D3C1B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QR  /  PROFILE  /  RESUME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213D3-8499-4E7E-BC10-9E3AD976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90950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9DBCB-DA3D-460D-8497-CEE3376B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67125"/>
            <a:ext cx="209550" cy="2762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3BAB5-70F9-4847-B595-11D1F015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38475"/>
            <a:ext cx="3514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166BF-1C53-4734-AC4A-76BA754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09925"/>
            <a:ext cx="100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784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51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8F7C3-855B-4F71-818C-4F1167C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0005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27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INTERACT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FDD29-D6DA-4B68-A518-B70CCED9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86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CONTEXT  /  QUESTIONS  / 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67608-DD8E-47FF-8FBF-62518E3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90950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759BC-23BF-4FF0-B2A6-D0010319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667125"/>
            <a:ext cx="209550" cy="2762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533E1-A05D-4BAE-9A4E-0336B120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3514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9D90F-3551-4F8F-B157-0940B36A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100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784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51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DBC88-2F8D-43B5-8EF6-44D9F341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27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5948E-15A2-43FD-9935-0A3453B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FILTER  /  MATCH  /  COMPARE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B468E-8E34-44CD-8C29-07C1BF6B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ONE CONTINUOUS CANDIDATE 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B9209-1AD1-42E4-A39D-A44041F5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F7C40-D5E4-45AD-B24D-B5F2AF07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FDF64-95B4-4EDD-88B2-2F7CC4C8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23D6F-658E-4A53-B068-7AF133E2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29D14-673A-4C60-A43B-F5D825D0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66B65-37C7-4355-A384-06BE0683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378A1-4B6C-4F95-BF65-D867F6A8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68385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A7A9FA-8EC0-4DF3-8A76-BE64D023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TALENTIQ / J.B. HUNT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38138-FB0F-4D16-842B-F2C3DC1A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BA7B9-CC4A-42C4-B472-825A453B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0B9FB-B276-441C-8EA4-F01BF3C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9625"/>
            <a:ext cx="2000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777F7-74A7-4735-BB55-7C0D475B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defRPr sz="68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8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2D293-CFEA-4DF4-85AF-EDB265A5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4098"/>
          </a:bodyPr>
          <a:lstStyle xmlns:a="http://schemas.openxmlformats.org/drawingml/2006/main"/>
          <a:p xmlns:a="http://schemas.openxmlformats.org/drawingml/2006/main">
            <a:pPr algn="l">
              <a:defRPr sz="817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817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B9638-2BFD-4889-BC93-85301146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C350A-1228-4957-8DC0-3E123E01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QR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4E662-624A-4226-9213-4E11A7F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99C04-3A2E-47FF-999E-36CF6CE7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62299-0FA0-483E-A7B0-C36AE89B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 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C88A8-AD73-4023-8C33-8AD89E6C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F7893-A15D-4FF4-848F-A469726E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69300-DFDC-43A6-A677-62C4C917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RESUME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7F0C3-6762-4B60-A5CE-87715C55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386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01469-F647-4EF5-A9E1-ECBF990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5DBE1-04A9-4881-A291-E9237923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F7F46-BC82-41A2-AB99-2079FC2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05E23-45D0-4776-B3D1-A444EE05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NAME / SCHOOL / EMAIL / MAJOR</a:t>
            </a:r>
          </a:p>
        </p:txBody>
      </p:sp>
      <p:sp>
        <p:nvSpPr>
          <p:cNvPr id="20" name="editable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ECE9308C-7D0E-4334-BA71-4C57EBF7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66900"/>
            <a:ext cx="6800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9050">
            <a:solidFill>
              <a:srgbClr val="8B8B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AFA1A-B31E-4302-8F83-C6D777A0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1930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EFA44-60AE-4583-AF0B-96A43C9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613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TALENTIQ // INTERFACE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EA6A4-AEFA-481B-91B2-5705F3F1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955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C7C95-A3E9-407F-AD0C-16B16866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955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93D6F-B90E-4F42-BA7C-AF63443F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2955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A612F-7285-4415-B49C-1110F91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2955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B89ACE-F573-4DAA-8CA8-6AF4BA3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62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AD6AE-EE27-482D-9981-3D64C32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1911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0C6DC-3179-438B-B80C-6BD1B175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5626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156FE-4210-47C8-9C42-76C74184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1911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C9F0F0-AD3E-4689-91C5-91A9174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86150"/>
            <a:ext cx="5962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LIVE PRODUCT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3ADCB1-4A7B-46BA-96EE-21C290DD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29075"/>
            <a:ext cx="596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REPLACE WITH PRODUCT SCREENSHOT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342922-72A3-4FB6-AC3C-73AC90B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3873F8-F10C-4B5A-BDAA-E3BDA0E8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CF15BE-282C-4B82-9B9A-B52B56E8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7B29A8-7B5B-4A13-A73D-FAE613C9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7CDEE1-842F-4CD8-8C4E-97A60A2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4A2591-28B4-4AA0-89F6-FC21655D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B82AE7-A7ED-4E4B-BFEA-728C5FA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10909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AF042-CA25-49BD-BB00-5137352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TALENTIQ / J.B. HUNT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24CDA-92A2-4348-8026-A6574AC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D0E8F-DB48-428F-9E43-905BD03A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B42D2-2A35-4D42-9BEA-414CF45C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4135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78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INTERACT.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7E112-FD10-44A1-AA2D-469F33B1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1125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itable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1B06A8DF-5CB1-48AE-926D-F082F1E4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477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19050">
            <a:solidFill>
              <a:srgbClr val="0909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6FFFF-046F-4D34-A8D3-9BB46D2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773E1-2213-48E6-9B3F-23863D9D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TALENTIQ //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EAC3C-0E49-4DE3-8C75-BDCBF45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051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C64C3-AE32-40B1-B598-E64B9001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051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3C451-13B1-41FB-AEF6-07F7E5C6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051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46F30-122E-4C2D-AF2E-E4B4E22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051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9CA35-0EBC-4D38-A059-AB12F663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56865-34C3-44BF-9B3A-B46134C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97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5C2A3-8B17-4993-93CD-00D5AF1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791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ACC60-CD77-45A1-9488-97F7311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197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D1DE3-FA6F-45BF-A008-1665DAF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63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RECRUITER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521BD-8D3F-44F1-96FD-BE615698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563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REPLACE WITH PRODUCT SCREENSHOT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AF87A-DA32-4C0E-92F0-1FE01EB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57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CANDIDATE   ↔   RECRUITER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61ACC-ABF2-4A5B-9105-377F200D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7CD20-93BD-4E5A-A8BB-3C378E6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27183-C84E-408A-AD7A-882B02CE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EBAEF-1A9E-49AD-8715-6D490E5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343B3-D283-40E4-B36C-714E7A40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05225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MAJOR + SCHOOL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29BDE-CFEC-410F-BA92-BE09607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3F78C-7B7F-4A1B-9F54-88471F8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35B6A5-41DC-4E87-919A-450F945C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SUMMARY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996A0-D8B4-40F4-9137-3E2EE485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76775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F0FF0-7F4F-49F4-9DF2-37211F37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202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4D9B0-090C-4598-A4A6-2395AC0E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29175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SUGGESTED QUESTIONS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30ABD9-AF42-4F46-831F-8C5C076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3875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0566A6-DECD-47EA-9FF0-05EDB994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5626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MISSING DETAILS  /  PROJECT DEPTH  /  TECHNICAL EXPERIENCE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6ECD6C-A165-42FE-AB95-9CCBED86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C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37744-974B-4DD9-96BA-A1BB3F2C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84BDBB-188B-40C5-AD03-F30242DA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6AFA67-118C-475E-B0F7-6FC50B0E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FB226-9FD9-4A17-8DB7-C78A7EE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CAFA33-63C5-4F3A-AFC9-71C30F70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1E7F94-627F-4FD5-851E-FEDFC78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02848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B3CB2-3FD1-44BB-B704-64DF57A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TALENTIQ / J.B. HUNT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7946E-C07B-4BB0-B826-0CFE80FE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4C400-F9CB-4DDB-AEF2-AF1B689C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EA17B-B9D6-4BE9-ACE2-EBA791D4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38225"/>
            <a:ext cx="6677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7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FC254-7C01-444D-86D7-7E14A4BB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2585F-A0F4-42CA-87D8-B3DD1EF7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690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7050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COUNTS.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AB3F0-71B4-48DF-A69B-A81930B1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33800"/>
            <a:ext cx="4314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63B8D-4448-4991-BFEC-3D4228C3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909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 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271F4-1291-441B-AE78-78B3967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100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 NOTES + 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580FC-D11E-48B0-9422-A305BDE9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291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48635-E8E3-4E2B-B823-AACC2559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482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 CANDIDATE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5E261-3D20-4781-BA7A-5E270994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590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DE277-5E1A-4425-8D94-7D98B013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30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NOISE-FILTERED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7EABB-2F96-4909-A036-F57BB79A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91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VOICE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43E69-BCD3-40CD-AE43-B332F670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396BE-FE85-44C0-8FBA-540C846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43186-BEC5-4C20-BD95-01722BE2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5EFA9-5CAA-4DB1-A09A-D0B2EAA2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CCAF4-99B9-42E0-A26D-054532BA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AB220-FE67-4310-A46D-E0F0E180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6514A-13FA-40BE-AA2D-CDB50C1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668911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66AE16-B055-43C5-9D0B-99E47E8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91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C5B54-6ED1-4475-AB3A-7BB892AD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TALENTIQ /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C1105-03B4-43AD-99BE-74AACBD9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A3A1F-1DCC-4D3E-B245-A7F3910A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CE265-9B3D-4756-8AD9-D909B8E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43025"/>
            <a:ext cx="43434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4734"/>
          </a:bodyPr>
          <a:lstStyle xmlns:a="http://schemas.openxmlformats.org/drawingml/2006/main"/>
          <a:p xmlns:a="http://schemas.openxmlformats.org/drawingml/2006/main">
            <a:pPr algn="l">
              <a:defRPr sz="8925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8925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RAW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3D766-C889-42B6-8E72-11F8A93A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735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2C1D3-C700-4344-BEC6-09B272F8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46767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090909"/>
                </a:solidFill>
                <a:latin typeface="Arial Black"/>
                <a:ea typeface="Arial Black"/>
                <a:cs typeface="Arial Black"/>
              </a:defRPr>
            </a:pPr>
            <a:r>
              <a:rPr sz="7800" b="1">
                <a:solidFill>
                  <a:srgbClr val="090909"/>
                </a:solidFill>
                <a:latin typeface="Arial Black"/>
                <a:ea typeface="Arial Black"/>
                <a:cs typeface="Arial Black"/>
              </a:rPr>
              <a:t>READY.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25AB7-C1C8-488F-9D3E-560592FB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RESUME + NOTES + 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8B6FF-FCB9-4ED3-93DD-0CCAA970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171575"/>
            <a:ext cx="5934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AB360-13D8-41D3-AAC0-7B79D49C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4097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TALENTIQ INTELLIGENCE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EC5D3-F02C-4212-8661-82F58ADD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526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852C2-0EEA-42E0-BE26-E143734C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479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3308F-D229-424B-8589-B2075D40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526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80149-ED8E-45B7-8C37-AD74328E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F191C-B27D-4477-A059-A477A51C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289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LEADERSHIP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7AA56-B640-4E72-8733-01CA40E5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242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C7D89-18AF-41FA-92A7-ABB49C83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DATA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0003D-C646-4721-97AB-FE0D86E6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242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24EC3-AF91-41CF-8AC9-8B3F3600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9052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MACHINE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3BC21-258F-4A3D-A3FD-0F9130CE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005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7B644-9D58-4840-9ADB-AE2C00B9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CLOUD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C245D-DFD9-493B-91B4-AEA0CA3E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005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2CA3A-E87B-44F1-B113-AB05C7B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7815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COMMUNICATION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D15CC-85DC-429E-B4A5-26DDAE13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2768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7D6FB-92A1-47B0-A4EA-0247ECC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815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PROJECT MANAGEMENT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EFCFF-19E9-4B5C-943B-7704DECE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76850"/>
            <a:ext cx="2505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1212A-DCD1-44A7-BC22-90FB6C54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7245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SEARCHABLE ATTRIBUTES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6E4B3-9FA1-46E2-A963-9B89BF3D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381750"/>
            <a:ext cx="5934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31CA1-7EF4-4DFC-A6B8-635D7483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486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 REVIEW</a:t>
            </a:r>
          </a:p>
        </p:txBody>
      </p:sp>
    </p:spTree>
    <p:extLst>
      <p:ext uri="{BB962C8B-B14F-4D97-AF65-F5344CB8AC3E}">
        <p14:creationId xmlns:p14="http://schemas.microsoft.com/office/powerpoint/2010/main" val="1767031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F5DAC6-6D82-4EA0-9315-8FBEB32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TALENTIQ / J.B. HUNT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D9ED3-2749-4791-BFD6-BAD8A8D8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9A47C-B85D-40A6-A142-1A5C1FB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8EBB0-1987-4B72-B209-AA996CD0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081"/>
          </a:bodyPr>
          <a:lstStyle xmlns:a="http://schemas.openxmlformats.org/drawingml/2006/main"/>
          <a:p xmlns:a="http://schemas.openxmlformats.org/drawingml/2006/main">
            <a:pPr algn="l">
              <a:defRPr sz="68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8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A8E02-A15C-4BB6-9959-0D774585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4495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defRPr sz="68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8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THE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F2BA9-76E0-4519-90EA-8CAF5149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996"/>
          </a:bodyPr>
          <a:lstStyle xmlns:a="http://schemas.openxmlformats.org/drawingml/2006/main"/>
          <a:p xmlns:a="http://schemas.openxmlformats.org/drawingml/2006/main">
            <a:pPr algn="l">
              <a:defRPr sz="6825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6825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RIGHT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6D6B3-59A8-4CBE-8CD1-9271A23F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99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SKILLS / EDUCATION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61EE3-658B-4FE7-96FE-5D7B6428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1475"/>
            <a:ext cx="399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EXPERIENCE / 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FD198-C547-4A6B-B4C0-5537F469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98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EA578-360E-41AE-BEFD-E90E5AEB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3943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ROLE REQUIREMENTS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D2974-EDA1-40FC-962C-D588E0CC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00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52431-FA9C-42F9-8283-8DF95D3C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4029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MATCHED CANDIDATES</a:t>
            </a:r>
          </a:p>
        </p:txBody>
      </p:sp>
      <p:sp>
        <p:nvSpPr>
          <p:cNvPr id="13" name="editable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4959B6F7-00D9-4851-BF30-77557611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171575"/>
            <a:ext cx="6838950" cy="463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19050">
            <a:solidFill>
              <a:srgbClr val="8B8B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0017F-3365-46FA-9B55-E71019A8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323975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FFD9E-1AAA-482A-9DA6-26E71DE8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266825"/>
            <a:ext cx="617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TALENTIQ // INTERFACE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A9275-23BD-467F-8BFF-19BD8EC1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00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FEDEB-6092-4700-8CC4-CE22E04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002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A24E3-0C1A-4D67-AFC5-B1FA8730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600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0E196-DDB3-491C-AA39-06C0568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60020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FACF6-67E6-4046-AE53-E940F5C2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00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D68B4-C826-4121-AD55-D6511BC7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2292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D6F80-45F6-4311-BC42-C16C48D5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6007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3E1CD-B34A-46A3-B4ED-3CF46952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2292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B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E40E5-821A-4A98-8EEC-8B32C7FF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57538"/>
            <a:ext cx="600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RECRUITER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B0F53-0B74-4722-9E65-8A2D400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00463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REPLACE WITH PRODUCT SCREENSHOT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A1D7A-A4C1-4C45-AF55-8A7C7AC7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BBE9D-6BA1-46E8-82FA-437881B7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94150-F456-4D0A-A76F-F64EBA0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2D3924-0409-482D-B978-3406AC0B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67FA96-5901-4A69-BD4D-48FDC4B8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4606F0-D39C-4456-BC32-7F92AED0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16CC3E-BC8B-4530-B9BB-61A9437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650760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9FA20C-9FDA-4B7A-AF70-2C2F724A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TALENTIQ / J.B. HUNT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A01D1-0413-41B8-B4D4-45FDC8B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7175"/>
            <a:ext cx="828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E5BAB-B363-4243-9924-0F5BCE9F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FBDE0-1AB1-4FB2-BE06-9EFFF59F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11115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5106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70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COMPARE.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A5A65-8BBC-4749-934F-380BCA43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11125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F954F-CADF-48E4-99F2-2CF37112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F620F-0946-4EC7-B37B-588DE684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574FF-1E1D-4D6E-B424-57C81873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336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5D03D-2E5A-46A1-B143-77ABE12D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03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7597B-9F41-44E6-90FD-BD785A8F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33675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D2C98-D6B0-4BBB-81E7-4F94C837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33675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09B26-97AC-47FD-8E40-02746C82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2275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51DB1-A32E-4965-BCEA-D1B22E1B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B0B76-2340-4341-9FAC-E0CA12C8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9B27B-D224-4A8F-9F00-09E9E47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16230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31067-8992-4CC0-ACA6-FA22F953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CDFA4-C62A-40B9-A23D-93692717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D073D-54F9-403A-B4E6-94D2E2C7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90925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975FB-51DB-4C50-ADD9-29D6200D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90925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50904-4241-4CBF-9E2A-13AB0FE8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4F096-2002-475B-8E34-BDB6E249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86C0F-5CFD-4B2F-8704-8FAD3535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1955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310AB-73BE-4AE8-8A50-9A4C40C0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1955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A414C-28ED-4A6C-A7FD-BA10CFD0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AC2F5-0C47-41E0-A1F1-E178CE41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4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RECRUITER NOTES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123EA-8000-4756-A92D-1732454F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48175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1605B3-2A05-4FE0-BF04-3B80DEFF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48175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5BC3D-0AA0-4B3D-8E9F-717313D7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6FC46B-A3EC-4304-85EC-93752E48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434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CONVERSATION INSIGHTS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DCD95-DF94-4FC6-B6B3-7E1E3C46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7680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E6084-B716-42EA-99BD-6686AF13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7680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83FD18-1266-40AF-ACB5-EB520BC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94B32-8959-4949-BB1C-533704E9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57800"/>
            <a:ext cx="762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768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EDB00"/>
                </a:solidFill>
                <a:latin typeface="Arial Black"/>
                <a:ea typeface="Arial Black"/>
                <a:cs typeface="Arial Black"/>
              </a:defRPr>
            </a:pPr>
            <a:r>
              <a:rPr sz="6900" b="1">
                <a:solidFill>
                  <a:srgbClr val="FEDB00"/>
                </a:solidFill>
                <a:latin typeface="Arial Black"/>
                <a:ea typeface="Arial Black"/>
                <a:cs typeface="Arial Black"/>
              </a:rPr>
              <a:t>DECIDE.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E0D68-B11F-4789-9EF2-E3643F0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95950"/>
            <a:ext cx="549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FAIR CONVERSATION TO CONFIDENT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953081-0550-4B8A-93A0-B0F958A4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248139-E4B5-4A9C-9DDB-2E26D09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657F68-D16C-4929-B9F1-3A990BC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376CED-F030-4573-9915-6E171E88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CD7501-5641-4CF2-AFBA-CD2E2F24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B5B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B5B2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B35B40-624B-4D06-A9B2-3414A07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9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EDB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ED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125EB5-2433-492C-B81F-B0476FCD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960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008729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2026-10-05T17:55:40.4830000Z</dcterms:created>
  <dcterms:modified xsi:type="dcterms:W3CDTF">2026-10-05T17:55:40.4840000Z</dcterms:modified>
</coreProperties>
</file>