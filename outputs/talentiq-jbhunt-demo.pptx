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c60543bfa04848" /><Relationship Type="http://schemas.openxmlformats.org/officeDocument/2006/relationships/extended-properties" Target="/docProps/app.xml" Id="R0e20a7df97b642da" /><Relationship Type="http://schemas.openxmlformats.org/officeDocument/2006/relationships/officeDocument" Target="/ppt/presentation.xml" Id="Rcdad8e77780748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8b9d9fc844407f"/>
  </p:sldMasterIdLst>
  <p:notesMasterIdLst>
    <p:notesMasterId xmlns:r="http://schemas.openxmlformats.org/officeDocument/2006/relationships" r:id="R6d98bdae3072463a"/>
  </p:notesMasterIdLst>
  <p:sldIdLst>
    <p:sldId xmlns:r="http://schemas.openxmlformats.org/officeDocument/2006/relationships" id="256" r:id="R7796334569de4567"/>
    <p:sldId xmlns:r="http://schemas.openxmlformats.org/officeDocument/2006/relationships" id="257" r:id="Ra49c4f56c2b7492b"/>
    <p:sldId xmlns:r="http://schemas.openxmlformats.org/officeDocument/2006/relationships" id="258" r:id="Rc14be2c1f7674590"/>
    <p:sldId xmlns:r="http://schemas.openxmlformats.org/officeDocument/2006/relationships" id="259" r:id="R6b92f526c53c454f"/>
    <p:sldId xmlns:r="http://schemas.openxmlformats.org/officeDocument/2006/relationships" id="260" r:id="Rce1bdc7a01244fd7"/>
    <p:sldId xmlns:r="http://schemas.openxmlformats.org/officeDocument/2006/relationships" id="261" r:id="R78d93c05781c44c4"/>
    <p:sldId xmlns:r="http://schemas.openxmlformats.org/officeDocument/2006/relationships" id="262" r:id="Rc2f1342a974b43e6"/>
    <p:sldId xmlns:r="http://schemas.openxmlformats.org/officeDocument/2006/relationships" id="263" r:id="R788042830dcf4f1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8a78dc90ac43fc" /><Relationship Type="http://schemas.openxmlformats.org/officeDocument/2006/relationships/slideMaster" Target="/ppt/slideMasters/slideMaster1.xml" Id="Reb8b9d9fc844407f" /><Relationship Type="http://schemas.openxmlformats.org/officeDocument/2006/relationships/notesMaster" Target="/ppt/notesMasters/notesMaster1.xml" Id="R6d98bdae3072463a" /><Relationship Type="http://schemas.openxmlformats.org/officeDocument/2006/relationships/presProps" Target="/ppt/presProps.xml" Id="R907e34eeb93a4c3c" /><Relationship Type="http://schemas.openxmlformats.org/officeDocument/2006/relationships/tableStyles" Target="/ppt/tableStyles.xml" Id="R4b0e4e9d9b74451c" /><Relationship Type="http://schemas.openxmlformats.org/officeDocument/2006/relationships/slide" Target="/ppt/slides/slide1.xml" Id="R7796334569de4567" /><Relationship Type="http://schemas.openxmlformats.org/officeDocument/2006/relationships/slide" Target="/ppt/slides/slide2.xml" Id="Ra49c4f56c2b7492b" /><Relationship Type="http://schemas.openxmlformats.org/officeDocument/2006/relationships/slide" Target="/ppt/slides/slide3.xml" Id="Rc14be2c1f7674590" /><Relationship Type="http://schemas.openxmlformats.org/officeDocument/2006/relationships/slide" Target="/ppt/slides/slide4.xml" Id="R6b92f526c53c454f" /><Relationship Type="http://schemas.openxmlformats.org/officeDocument/2006/relationships/slide" Target="/ppt/slides/slide5.xml" Id="Rce1bdc7a01244fd7" /><Relationship Type="http://schemas.openxmlformats.org/officeDocument/2006/relationships/slide" Target="/ppt/slides/slide6.xml" Id="R78d93c05781c44c4" /><Relationship Type="http://schemas.openxmlformats.org/officeDocument/2006/relationships/slide" Target="/ppt/slides/slide7.xml" Id="Rc2f1342a974b43e6" /><Relationship Type="http://schemas.openxmlformats.org/officeDocument/2006/relationships/slide" Target="/ppt/slides/slide8.xml" Id="R788042830dcf4f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b86fe6c2f04e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ac9aba64754b34" /><Relationship Type="http://schemas.openxmlformats.org/officeDocument/2006/relationships/notesMaster" Target="/ppt/notesMasters/notesMaster1.xml" Id="R27acb6a21aff4e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ecd981c35540e8" /><Relationship Type="http://schemas.openxmlformats.org/officeDocument/2006/relationships/notesMaster" Target="/ppt/notesMasters/notesMaster1.xml" Id="Rf13e698a53964c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ff8b2106bb4377" /><Relationship Type="http://schemas.openxmlformats.org/officeDocument/2006/relationships/notesMaster" Target="/ppt/notesMasters/notesMaster1.xml" Id="R1065173df13d44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1fe0923d074fda" /><Relationship Type="http://schemas.openxmlformats.org/officeDocument/2006/relationships/notesMaster" Target="/ppt/notesMasters/notesMaster1.xml" Id="R168b903d5f8047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ab8d6bcf704956" /><Relationship Type="http://schemas.openxmlformats.org/officeDocument/2006/relationships/notesMaster" Target="/ppt/notesMasters/notesMaster1.xml" Id="Rcf5373c2c49040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38e5349cec402d" /><Relationship Type="http://schemas.openxmlformats.org/officeDocument/2006/relationships/notesMaster" Target="/ppt/notesMasters/notesMaster1.xml" Id="R319e93526bdd42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cdddcdfac04478" /><Relationship Type="http://schemas.openxmlformats.org/officeDocument/2006/relationships/notesMaster" Target="/ppt/notesMasters/notesMaster1.xml" Id="Rcb84ed01d05448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75035dc9284dda" /><Relationship Type="http://schemas.openxmlformats.org/officeDocument/2006/relationships/notesMaster" Target="/ppt/notesMasters/notesMaster1.xml" Id="R570bc94a17134b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b5032e73a841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2bda3e2a024c39" /><Relationship Type="http://schemas.openxmlformats.org/officeDocument/2006/relationships/slideLayout" Target="/ppt/slideLayouts/slideLayout1.xml" Id="R2fca0e8b462f40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ca0e8b462f40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9861a7a0e4e98" /><Relationship Type="http://schemas.openxmlformats.org/officeDocument/2006/relationships/notesSlide" Target="/ppt/notesSlides/notesSlide1.xml" Id="Rb2f3480121e342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4d98df0ba4537" /><Relationship Type="http://schemas.openxmlformats.org/officeDocument/2006/relationships/notesSlide" Target="/ppt/notesSlides/notesSlide2.xml" Id="R9df7f9c646bc41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d1a1cd7c5444e" /><Relationship Type="http://schemas.openxmlformats.org/officeDocument/2006/relationships/notesSlide" Target="/ppt/notesSlides/notesSlide3.xml" Id="R5a7889b2c30745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9a736937c41a1" /><Relationship Type="http://schemas.openxmlformats.org/officeDocument/2006/relationships/notesSlide" Target="/ppt/notesSlides/notesSlide4.xml" Id="R861beed24f694e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bcd4ecf694365" /><Relationship Type="http://schemas.openxmlformats.org/officeDocument/2006/relationships/notesSlide" Target="/ppt/notesSlides/notesSlide5.xml" Id="R48f23976c95c44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4f5560c6a499c" /><Relationship Type="http://schemas.openxmlformats.org/officeDocument/2006/relationships/notesSlide" Target="/ppt/notesSlides/notesSlide6.xml" Id="R715eda5edab145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012cd956d4f74" /><Relationship Type="http://schemas.openxmlformats.org/officeDocument/2006/relationships/notesSlide" Target="/ppt/notesSlides/notesSlide7.xml" Id="R1e1990dfacb842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656106fd140cb" /><Relationship Type="http://schemas.openxmlformats.org/officeDocument/2006/relationships/notesSlide" Target="/ppt/notesSlides/notesSlide8.xml" Id="R7413cb81f88d47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1F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7C76E0-C25E-4ACC-A84C-250CD08F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85059-D64F-4ECB-8CC2-71998CA8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5240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TalentIQ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8CAFB-2EB5-4A30-A945-113CE91B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790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Smarter Career Fair Recruiting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F5718-15A2-4BDC-A0D0-D42C9A55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43300"/>
            <a:ext cx="619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5310F-CC41-4970-A5E4-44FDCD05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004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7B6B7"/>
                </a:solidFill>
                <a:latin typeface="Arial"/>
                <a:ea typeface="Arial"/>
                <a:cs typeface="Arial"/>
              </a:rPr>
              <a:t>Anirudh Sohaney &amp; Team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05044-6BE7-4C3D-93FC-3FD7080C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48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J.B. HUNT  /  PRODUCT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FCCA3-E2C8-408A-88F9-22EB86E4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04837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7B6B7"/>
                </a:solidFill>
                <a:latin typeface="Arial"/>
                <a:ea typeface="Arial"/>
                <a:cs typeface="Arial"/>
              </a:rPr>
              <a:t>01  →  02  →  03</a:t>
            </a:r>
          </a:p>
        </p:txBody>
      </p:sp>
    </p:spTree>
    <p:extLst>
      <p:ext uri="{BB962C8B-B14F-4D97-AF65-F5344CB8AC3E}">
        <p14:creationId xmlns:p14="http://schemas.microsoft.com/office/powerpoint/2010/main" val="6518884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11F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5AD716-C1F3-4508-B6EA-A8FFD241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7B6B7"/>
                </a:solidFill>
                <a:latin typeface="Arial"/>
                <a:ea typeface="Arial"/>
                <a:cs typeface="Arial"/>
              </a:rPr>
              <a:t>TALENTIQ /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464E2-0A20-43AD-9883-453E5CBC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67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7B6B7"/>
                </a:solidFill>
                <a:latin typeface="Arial"/>
                <a:ea typeface="Arial"/>
                <a:cs typeface="Arial"/>
              </a:rPr>
              <a:t>02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98968-FD1E-413B-BE43-DE7D2199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55F76-3C92-453F-B912-501A89B0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system. Three stages.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72520-C7F8-46E4-A7E2-9F701A90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257550" cy="2886075"/>
          </a:xfrm>
          <a:prstGeom xmlns:a="http://schemas.openxmlformats.org/drawingml/2006/main" prst="roundRect">
            <a:avLst>
              <a:gd name="adj" fmla="val 2310"/>
            </a:avLst>
          </a:prstGeom>
          <a:solidFill xmlns:a="http://schemas.openxmlformats.org/drawingml/2006/main">
            <a:srgbClr val="302E2F"/>
          </a:solidFill>
          <a:ln xmlns:a="http://schemas.openxmlformats.org/drawingml/2006/main" w="9525">
            <a:solidFill>
              <a:srgbClr val="5D5B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A8E98-812B-4C48-A27D-BD7FD6CC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146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C5F85-8754-40D8-A450-4C60186D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AEFA5-DD86-464C-90EC-9F0DB122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276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96E5A-522E-42D9-8659-54F6E9D0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67175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6B7"/>
                </a:solidFill>
                <a:latin typeface="Arial"/>
                <a:ea typeface="Arial"/>
                <a:cs typeface="Arial"/>
              </a:rPr>
              <a:t>QR  →  Profile  →  Resume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05657A-68D6-48F2-B20A-2CB244E1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9567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A8316-1546-44A7-8F6E-6A19826C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429000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18BC4-FBAA-4A3E-9EAD-DCC1CA2E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038350"/>
            <a:ext cx="3257550" cy="2886075"/>
          </a:xfrm>
          <a:prstGeom xmlns:a="http://schemas.openxmlformats.org/drawingml/2006/main" prst="roundRect">
            <a:avLst>
              <a:gd name="adj" fmla="val 2310"/>
            </a:avLst>
          </a:prstGeom>
          <a:solidFill xmlns:a="http://schemas.openxmlformats.org/drawingml/2006/main">
            <a:srgbClr val="302E2F"/>
          </a:solidFill>
          <a:ln xmlns:a="http://schemas.openxmlformats.org/drawingml/2006/main" w="9525">
            <a:solidFill>
              <a:srgbClr val="5D5B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C25EE-DCD0-4612-AECA-958A4F9B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8600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146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28136-0FA1-4FD3-98B7-022F4FC7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194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C47C76-B794-41F4-BCAE-7ECB01EF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29050"/>
            <a:ext cx="276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FD5DA5-7425-4C24-B136-C2BDE9AD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67175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6B7"/>
                </a:solidFill>
                <a:latin typeface="Arial"/>
                <a:ea typeface="Arial"/>
                <a:cs typeface="Arial"/>
              </a:rPr>
              <a:t>Context  →  Questions  →  Notes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7A630F-FCFA-41EB-98CB-DD2055AE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49567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E9435B-A775-4573-A5F7-2A157B31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29000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A830D6-3D15-4E9B-989C-D6221388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3257550" cy="2886075"/>
          </a:xfrm>
          <a:prstGeom xmlns:a="http://schemas.openxmlformats.org/drawingml/2006/main" prst="roundRect">
            <a:avLst>
              <a:gd name="adj" fmla="val 2310"/>
            </a:avLst>
          </a:prstGeom>
          <a:solidFill xmlns:a="http://schemas.openxmlformats.org/drawingml/2006/main">
            <a:srgbClr val="302E2F"/>
          </a:solidFill>
          <a:ln xmlns:a="http://schemas.openxmlformats.org/drawingml/2006/main" w="9525">
            <a:solidFill>
              <a:srgbClr val="5D5B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95C4F3-DAE9-4F67-935F-120C45DA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146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17E336-4539-40DF-8415-C97237EA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194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88A4FD-E34E-48FD-A639-0C3F1029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29050"/>
            <a:ext cx="276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E1A72D-4707-4393-832A-D20FEDB8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67175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6B7"/>
                </a:solidFill>
                <a:latin typeface="Arial"/>
                <a:ea typeface="Arial"/>
                <a:cs typeface="Arial"/>
              </a:rPr>
              <a:t>Filter  →  Match  →  Compare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B20970-EE16-47DA-B832-B4F22FE5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continuous candidate record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C7117B-0982-4421-BBCC-BBDBA195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B8A2F3-0F35-4B0E-809D-A1ADE231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202714-EF02-4F16-A08B-4B718148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410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1F6244-20C5-4C5D-AE12-2FCBFF66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103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93504E-13B3-4580-AF62-21B07AA7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410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INTERACT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C8E3B0-325F-4F83-A84F-6BF320BA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4103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BDA920-8D7E-463B-974F-27890870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10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F15CAF-FCB3-4878-B765-BE20AE65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1032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TALENTIQ</a:t>
            </a:r>
          </a:p>
        </p:txBody>
      </p:sp>
    </p:spTree>
    <p:extLst>
      <p:ext uri="{BB962C8B-B14F-4D97-AF65-F5344CB8AC3E}">
        <p14:creationId xmlns:p14="http://schemas.microsoft.com/office/powerpoint/2010/main" val="9190249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11F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560BBE-D678-4E75-877B-58824903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7B6B7"/>
                </a:solidFill>
                <a:latin typeface="Arial"/>
                <a:ea typeface="Arial"/>
                <a:cs typeface="Arial"/>
              </a:rPr>
              <a:t>TALENTIQ /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3B520-0937-453C-AED4-BC86B995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67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7B6B7"/>
                </a:solidFill>
                <a:latin typeface="Arial"/>
                <a:ea typeface="Arial"/>
                <a:cs typeface="Arial"/>
              </a:rPr>
              <a:t>03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97E80-E80C-4802-8072-2E681C88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49505-283F-4B5B-A954-14C871B3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the conversation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C5054-E5D9-4B82-88B8-3340D6D2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33575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E2F"/>
          </a:solidFill>
          <a:ln xmlns:a="http://schemas.openxmlformats.org/drawingml/2006/main" w="19050">
            <a:solidFill>
              <a:srgbClr val="FEDB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08AE1-EB24-4E13-BE87-D550ED8E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288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6BF7F-6A7F-4DD2-8F94-C9E9F8ED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914525"/>
            <a:ext cx="3105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 QR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7AB25-AF68-4D64-9FFE-E5C3EA17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9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F5241-8C65-4AD5-9743-1377ECE5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38450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E2F"/>
          </a:solidFill>
          <a:ln xmlns:a="http://schemas.openxmlformats.org/drawingml/2006/main" w="19050">
            <a:solidFill>
              <a:srgbClr val="FEDB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603FD1-BE30-4915-B234-49559C49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33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DACA39-2EB6-4E8E-80AD-9DBF6071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819400"/>
            <a:ext cx="3105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ENTER INFO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9A5104-4A45-4B21-8ABF-72AE2E66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9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56003-720F-452A-AFA1-ED4CD6D0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43325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E2F"/>
          </a:solidFill>
          <a:ln xmlns:a="http://schemas.openxmlformats.org/drawingml/2006/main" w="19050">
            <a:solidFill>
              <a:srgbClr val="FEDB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B6BA1-0231-4845-9E6B-E637063C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385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16434-46A6-44AE-9E42-956485FE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724275"/>
            <a:ext cx="3105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 RESUME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39230-1DBD-47CF-A1FB-295007AF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9575"/>
            <a:ext cx="19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86C33A-36AB-42B2-BF2B-1142C55E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48200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19050">
            <a:solidFill>
              <a:srgbClr val="FEDB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840626-5483-400E-936E-A0C658E5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7434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11F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11F2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C48385-74F9-4FE6-8E75-95D99ACF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629150"/>
            <a:ext cx="3105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82B7F7-5600-48C8-A3AB-1DC4355C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2289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B6B7"/>
                </a:solidFill>
                <a:latin typeface="Arial"/>
                <a:ea typeface="Arial"/>
                <a:cs typeface="Arial"/>
              </a:rPr>
              <a:t>Name  •  School  •  Email  •  Major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E0DB07-0F92-4404-8C8A-8E58E20E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388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7B6B7"/>
                </a:solidFill>
                <a:latin typeface="Arial"/>
                <a:ea typeface="Arial"/>
                <a:cs typeface="Arial"/>
              </a:rPr>
              <a:t>Before arrival or at the fair</a:t>
            </a:r>
          </a:p>
        </p:txBody>
      </p:sp>
      <p:sp>
        <p:nvSpPr>
          <p:cNvPr id="22" name="editable-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FCC55F29-0842-46EF-A9AB-92FAFF91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52600"/>
            <a:ext cx="6629400" cy="40005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302E2F"/>
          </a:solidFill>
          <a:ln xmlns:a="http://schemas.openxmlformats.org/drawingml/2006/main" w="19050">
            <a:solidFill>
              <a:srgbClr val="817F8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EBED49-6F0B-4FD7-AC4E-BFA21876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52600"/>
            <a:ext cx="66294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3B39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88BC2A-D88E-47D8-A6EF-035F8EFB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66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1B5275-694A-479F-8186-5E9C14DC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66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196487-B855-4E7F-B4BA-9DCEA618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66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4226DE-3ACD-4A3A-A353-394FE312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71725"/>
            <a:ext cx="624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rop-screenshot-here">
            <a:extLst xmlns:a="http://schemas.openxmlformats.org/drawingml/2006/main">
              <a:ext uri="{FF2B5EF4-FFF2-40B4-BE49-F238E27FC236}">
                <a16:creationId xmlns:a16="http://schemas.microsoft.com/office/drawing/2014/main" id="{0EBD7CA3-7538-4BBA-9E9E-A87970BF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90800"/>
            <a:ext cx="61341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5B5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8580DD-AD7E-4C3C-8872-DD5764B8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33775"/>
            <a:ext cx="586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B6B7"/>
                </a:solidFill>
                <a:latin typeface="Arial"/>
                <a:ea typeface="Arial"/>
                <a:cs typeface="Arial"/>
              </a:rPr>
              <a:t>LIVE PRODUCT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47FA4F-7AE9-4D24-9F5E-5000A05D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48100"/>
            <a:ext cx="586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DROP WEBSITE SCREENSHOT HERE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18E7B7-285E-45B4-918A-7F2A94AA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ED3ABC-8579-452E-9A49-1C612ED6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A6B12E-C61C-4E44-8188-DCA629E9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410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79F48B-3B46-4EB9-8D2E-DA17F411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103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0E3444-360D-44F5-91D9-0BC9DA4C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410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INTERACT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720AD2-251C-482E-88B9-907235E6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4103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BCC3F2-651D-4710-A63D-4195A786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10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D53BF2-C0CA-45F8-89F0-E88740B9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1032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TALENTIQ</a:t>
            </a:r>
          </a:p>
        </p:txBody>
      </p:sp>
    </p:spTree>
    <p:extLst>
      <p:ext uri="{BB962C8B-B14F-4D97-AF65-F5344CB8AC3E}">
        <p14:creationId xmlns:p14="http://schemas.microsoft.com/office/powerpoint/2010/main" val="15768761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11F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A67873-4939-4EEA-876E-2DA6D7BF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7B6B7"/>
                </a:solidFill>
                <a:latin typeface="Arial"/>
                <a:ea typeface="Arial"/>
                <a:cs typeface="Arial"/>
              </a:rPr>
              <a:t>TALENTIQ /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BB168-C927-414F-AF6E-448B8522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67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7B6B7"/>
                </a:solidFill>
                <a:latin typeface="Arial"/>
                <a:ea typeface="Arial"/>
                <a:cs typeface="Arial"/>
              </a:rPr>
              <a:t>04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3EC3D-A0B8-41D4-ACAD-E0C3DB32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62FB4-7D45-4357-AFB7-A3FC1E56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During the conversation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91195-A133-4F0D-9345-772EB8B1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48577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302E2F"/>
          </a:solidFill>
          <a:ln xmlns:a="http://schemas.openxmlformats.org/drawingml/2006/main" w="9525">
            <a:solidFill>
              <a:srgbClr val="5D5B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A73A6-65E4-4EBD-AD5F-25D1C32F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478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9DB09-AF34-45B0-A704-96D958EB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81200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27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7638F-3848-461B-87F2-D8694B53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478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RECRUITER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9497EA-5FE0-44E4-937E-EE449F53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B6B7"/>
                </a:solidFill>
                <a:latin typeface="Arial"/>
                <a:ea typeface="Arial"/>
                <a:cs typeface="Arial"/>
              </a:rPr>
              <a:t>Search by name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AF8B6-62B8-4403-9A59-A94BFE98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26695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02E2F"/>
          </a:solidFill>
          <a:ln xmlns:a="http://schemas.openxmlformats.org/drawingml/2006/main" w="9525">
            <a:solidFill>
              <a:srgbClr val="5D5B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99901-3505-421A-8F8F-13360B9E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15DA2-E910-4DC9-B314-478EA1F1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71850"/>
            <a:ext cx="226695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02E2F"/>
          </a:solidFill>
          <a:ln xmlns:a="http://schemas.openxmlformats.org/drawingml/2006/main" w="9525">
            <a:solidFill>
              <a:srgbClr val="5D5B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903E0-661C-4875-B457-FBDB0A01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29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MAJOR + SCHOOL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553CB-01FB-455A-B109-56A03CBE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26695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02E2F"/>
          </a:solidFill>
          <a:ln xmlns:a="http://schemas.openxmlformats.org/drawingml/2006/main" w="9525">
            <a:solidFill>
              <a:srgbClr val="5D5B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06D0E8-A3BD-4137-A16F-8D461646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SUMMARY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EEBC2-54D3-4F24-86B6-EEB88EE6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43350"/>
            <a:ext cx="226695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02E2F"/>
          </a:solidFill>
          <a:ln xmlns:a="http://schemas.openxmlformats.org/drawingml/2006/main" w="9525">
            <a:solidFill>
              <a:srgbClr val="5D5B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F6548-4968-42C3-B150-555FF65F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005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SUGGESTED QUESTIONS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C0038-6927-4317-8891-8AC20F9E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Personalized follow-up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1ED51-04AF-49F4-9F7A-0416EA18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6B7"/>
                </a:solidFill>
                <a:latin typeface="Arial"/>
                <a:ea typeface="Arial"/>
                <a:cs typeface="Arial"/>
              </a:rPr>
              <a:t>Missing details  •  Projects  •  Technical experience</a:t>
            </a:r>
          </a:p>
        </p:txBody>
      </p:sp>
      <p:sp>
        <p:nvSpPr>
          <p:cNvPr id="20" name="editable-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09491FA5-1CC0-423A-99FD-7F5D91A8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81175"/>
            <a:ext cx="5724525" cy="4038600"/>
          </a:xfrm>
          <a:prstGeom xmlns:a="http://schemas.openxmlformats.org/drawingml/2006/main" prst="roundRect">
            <a:avLst>
              <a:gd name="adj" fmla="val 1651"/>
            </a:avLst>
          </a:prstGeom>
          <a:solidFill xmlns:a="http://schemas.openxmlformats.org/drawingml/2006/main">
            <a:srgbClr val="302E2F"/>
          </a:solidFill>
          <a:ln xmlns:a="http://schemas.openxmlformats.org/drawingml/2006/main" w="19050">
            <a:solidFill>
              <a:srgbClr val="817F8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425884-7794-4029-AFC7-33783A6E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81175"/>
            <a:ext cx="5724525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3B39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95A8ED-6E43-4B28-9FA5-E7EDEDB0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95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A40617-BFF9-4239-AE0C-0011415D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895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592F59-5FD2-4E4D-B410-D5A0EDF7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95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4644AE-1B1F-4CEA-BF29-6CBB3269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00300"/>
            <a:ext cx="5343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rop-screenshot-here">
            <a:extLst xmlns:a="http://schemas.openxmlformats.org/drawingml/2006/main">
              <a:ext uri="{FF2B5EF4-FFF2-40B4-BE49-F238E27FC236}">
                <a16:creationId xmlns:a16="http://schemas.microsoft.com/office/drawing/2014/main" id="{1931CE26-9662-4550-B97D-A2613FC4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619375"/>
            <a:ext cx="5229225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5B5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528EF1-A4EC-4590-97B8-41D7436B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81400"/>
            <a:ext cx="496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B6B7"/>
                </a:solidFill>
                <a:latin typeface="Arial"/>
                <a:ea typeface="Arial"/>
                <a:cs typeface="Arial"/>
              </a:rPr>
              <a:t>TALENTIQ INTERFACE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9DE576-CD62-498E-B997-75B2A623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95725"/>
            <a:ext cx="49625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DROP WEBSITE SCREENSHOT HERE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A414EE-C610-45F9-A340-3DEB4614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03F188-B633-4648-9817-277F6A2D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6A3E37-4437-48FB-8A24-A9A68722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410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CHECK 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F4B320-8566-4D4B-923C-720952F3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103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A52C49-1451-424B-BA5A-6BF74375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410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DAFCA2-D56E-4CCB-9CD8-B6E00859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4103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E16814-DE9D-4FF4-8AF4-91B0A3CE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10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EDDC9C-75BE-4C63-9BBB-CABE0BE7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1032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TALENTIQ</a:t>
            </a:r>
          </a:p>
        </p:txBody>
      </p:sp>
    </p:spTree>
    <p:extLst>
      <p:ext uri="{BB962C8B-B14F-4D97-AF65-F5344CB8AC3E}">
        <p14:creationId xmlns:p14="http://schemas.microsoft.com/office/powerpoint/2010/main" val="12893666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11F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28C1DF-7A45-44AC-9B4E-9EC96730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7B6B7"/>
                </a:solidFill>
                <a:latin typeface="Arial"/>
                <a:ea typeface="Arial"/>
                <a:cs typeface="Arial"/>
              </a:rPr>
              <a:t>TALENTIQ /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B16F0-1A50-478B-B615-BDA01AAE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67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7B6B7"/>
                </a:solidFill>
                <a:latin typeface="Arial"/>
                <a:ea typeface="Arial"/>
                <a:cs typeface="Arial"/>
              </a:rPr>
              <a:t>05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31078-7707-4DB2-ADEE-C73AFAD7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34DB7-6F23-4813-A3E1-EB232DEF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Capture the conversation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4E5FA-1353-4688-9B62-C00A7B17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2457450" cy="2143125"/>
          </a:xfrm>
          <a:prstGeom xmlns:a="http://schemas.openxmlformats.org/drawingml/2006/main" prst="roundRect">
            <a:avLst>
              <a:gd name="adj" fmla="val 3111"/>
            </a:avLst>
          </a:prstGeom>
          <a:solidFill xmlns:a="http://schemas.openxmlformats.org/drawingml/2006/main">
            <a:srgbClr val="302E2F"/>
          </a:solidFill>
          <a:ln xmlns:a="http://schemas.openxmlformats.org/drawingml/2006/main" w="9525">
            <a:solidFill>
              <a:srgbClr val="5D5B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9702B-9E7A-4934-A1F7-A2BEEE44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24125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B032A-016F-4E01-9B55-DB1612B7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861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AFE84-C6B0-4D53-917B-42C4AC18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051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CONVERSATION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DE933-5B25-48BE-9C4D-876D3DA7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8137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98A2D-4ED1-4821-812A-FA18E915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14700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B35D9-B81F-4928-8935-D6D2EC85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24100"/>
            <a:ext cx="2457450" cy="2143125"/>
          </a:xfrm>
          <a:prstGeom xmlns:a="http://schemas.openxmlformats.org/drawingml/2006/main" prst="roundRect">
            <a:avLst>
              <a:gd name="adj" fmla="val 3111"/>
            </a:avLst>
          </a:prstGeom>
          <a:solidFill xmlns:a="http://schemas.openxmlformats.org/drawingml/2006/main">
            <a:srgbClr val="302E2F"/>
          </a:solidFill>
          <a:ln xmlns:a="http://schemas.openxmlformats.org/drawingml/2006/main" w="9525">
            <a:solidFill>
              <a:srgbClr val="5D5B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102C00-BEB4-421B-B002-9E20A90E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524125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443B3-D39F-45DF-8527-F294CB2B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0861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9C5A9-24EF-4830-95FA-2DF08B78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3051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NOTES + VOICE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604E7-D614-46C8-A940-4019B6EA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8137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03FBA5-D011-4579-9D3B-0B7278BA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14700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B120F-F9CB-4C2A-941E-55849F33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24100"/>
            <a:ext cx="2457450" cy="2143125"/>
          </a:xfrm>
          <a:prstGeom xmlns:a="http://schemas.openxmlformats.org/drawingml/2006/main" prst="roundRect">
            <a:avLst>
              <a:gd name="adj" fmla="val 3111"/>
            </a:avLst>
          </a:prstGeom>
          <a:solidFill xmlns:a="http://schemas.openxmlformats.org/drawingml/2006/main">
            <a:srgbClr val="302E2F"/>
          </a:solidFill>
          <a:ln xmlns:a="http://schemas.openxmlformats.org/drawingml/2006/main" w="9525">
            <a:solidFill>
              <a:srgbClr val="5D5B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5FDCD4-7861-46D5-A937-4FC5BA25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24125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384299-C665-4CDC-8AE5-376E9C61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861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863EEF-29A4-4EE2-8248-308834C0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051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TRANSCRIPT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554A3C-7EF6-43EA-83D9-E71546EF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8137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CAED27-5024-473A-9730-1AE84E82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14700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04E5BB-8043-48EA-A5FD-43C37E89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24100"/>
            <a:ext cx="2457450" cy="2143125"/>
          </a:xfrm>
          <a:prstGeom xmlns:a="http://schemas.openxmlformats.org/drawingml/2006/main" prst="roundRect">
            <a:avLst>
              <a:gd name="adj" fmla="val 3111"/>
            </a:avLst>
          </a:prstGeom>
          <a:solidFill xmlns:a="http://schemas.openxmlformats.org/drawingml/2006/main">
            <a:srgbClr val="302E2F"/>
          </a:solidFill>
          <a:ln xmlns:a="http://schemas.openxmlformats.org/drawingml/2006/main" w="9525">
            <a:solidFill>
              <a:srgbClr val="5D5B5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B70F03-1E7D-4529-BC59-247985BA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24125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4DA2F8-7955-401B-BAEE-AFFFCDC4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2019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2B9917-0282-4F94-8D70-097E5CE8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3051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57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CANDIDATE PROFILE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675397-7B83-45A3-AA88-6D742D37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7202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B6B7"/>
                </a:solidFill>
                <a:latin typeface="Arial"/>
                <a:ea typeface="Arial"/>
                <a:cs typeface="Arial"/>
              </a:rPr>
              <a:t>Live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EE8FA1-7012-4A99-882A-5B7DAE00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77202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B6B7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266639-5689-4B38-80A0-CA606952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77202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B6B7"/>
                </a:solidFill>
                <a:latin typeface="Arial"/>
                <a:ea typeface="Arial"/>
                <a:cs typeface="Arial"/>
              </a:rPr>
              <a:t>Searchable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33C220-CE88-45E1-917E-3CB5FF91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77202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B6B7"/>
                </a:solidFill>
                <a:latin typeface="Arial"/>
                <a:ea typeface="Arial"/>
                <a:cs typeface="Arial"/>
              </a:rPr>
              <a:t>Persistent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E3FE1F-35D0-4A73-A9DB-9E98098D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314950"/>
            <a:ext cx="586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981B2A-E6DA-4CFB-BD9E-49B5A663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419725"/>
            <a:ext cx="548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1F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1F20"/>
                </a:solidFill>
                <a:latin typeface="Arial"/>
                <a:ea typeface="Arial"/>
                <a:cs typeface="Arial"/>
              </a:rPr>
              <a:t>NOISE-FILTERED VOICE CAPTURE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232AED-7C9C-4EB5-8032-1E9434C9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0001CD-86A7-4B92-9528-376CD131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230EBC-658A-4447-A976-84BD5EBD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410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CHECK 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B7797A-A30F-4403-A0F4-36B53C33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103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190AC6-FACE-48AB-AA4E-7B69CA0F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410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INTERACT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AA7FD5-D9A9-4D1A-9BBA-BC344704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4103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CBAF52-374C-4E8D-86E4-2B9556CE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10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00D65F-89DB-4677-8FC0-46199E3B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1032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TALENTIQ</a:t>
            </a:r>
          </a:p>
        </p:txBody>
      </p:sp>
    </p:spTree>
    <p:extLst>
      <p:ext uri="{BB962C8B-B14F-4D97-AF65-F5344CB8AC3E}">
        <p14:creationId xmlns:p14="http://schemas.microsoft.com/office/powerpoint/2010/main" val="4795335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11F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685020-2087-4278-89F3-006B7700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7B6B7"/>
                </a:solidFill>
                <a:latin typeface="Arial"/>
                <a:ea typeface="Arial"/>
                <a:cs typeface="Arial"/>
              </a:rPr>
              <a:t>TALENTIQ /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A9A8C-ED9E-4C8F-BDCE-F81F2152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67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7B6B7"/>
                </a:solidFill>
                <a:latin typeface="Arial"/>
                <a:ea typeface="Arial"/>
                <a:cs typeface="Arial"/>
              </a:rPr>
              <a:t>06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55840-4EAC-4478-AD0D-0C25D421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14877-4F0D-4AC6-B3AE-5E98F61D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Turn conversations into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838EE-1200-4D8F-9CA0-70DB6854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381250" cy="676275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302E2F"/>
          </a:solidFill>
          <a:ln xmlns:a="http://schemas.openxmlformats.org/drawingml/2006/main" w="9525">
            <a:solidFill>
              <a:srgbClr val="5D5B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74557-EDB3-4273-9E74-6530C747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8E042-F82F-44E9-80B9-6ADE47C3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2381250" cy="676275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302E2F"/>
          </a:solidFill>
          <a:ln xmlns:a="http://schemas.openxmlformats.org/drawingml/2006/main" w="9525">
            <a:solidFill>
              <a:srgbClr val="5D5B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EFB4C-7C1A-4992-AE42-4D0CBD45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RECRUITER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02617-8C02-429F-B928-34640FE8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2381250" cy="676275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302E2F"/>
          </a:solidFill>
          <a:ln xmlns:a="http://schemas.openxmlformats.org/drawingml/2006/main" w="9525">
            <a:solidFill>
              <a:srgbClr val="5D5B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7D1B2-3A12-4B3F-95D1-0E701AAF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CONVERSATION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29C65-3C9B-4DDB-8939-E79572AC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295650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86E31-2FB6-4E50-A7CC-65A062F4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22897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2F45F-F500-4FA1-8E6C-36862F45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38400"/>
            <a:ext cx="38290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8AC573-53F5-4578-ABCB-ED566522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03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6296"/>
          </a:bodyPr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211F2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211F20"/>
                </a:solidFill>
                <a:latin typeface="Arial"/>
                <a:ea typeface="Arial"/>
                <a:cs typeface="Arial"/>
              </a:rPr>
              <a:t>TalentIQ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57BD51-62C6-4D6C-9C2F-45A8E03F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29000"/>
            <a:ext cx="3124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11F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1F20"/>
                </a:solidFill>
                <a:latin typeface="Arial"/>
                <a:ea typeface="Arial"/>
                <a:cs typeface="Arial"/>
              </a:rPr>
              <a:t>INTELLIGENCE 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3072F3-7327-42C7-9B3D-CCC2AC14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6240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0F1868-047C-46EF-BB52-0C9A03C7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956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F15622-9945-4A95-902C-B25071B5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2897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1A012-B066-48BE-81CC-6848D210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6692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AF4CA2-2A89-4426-B001-44924166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24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BC485A-33B4-4DB7-9DC4-81827279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765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2ADC36-0ED8-411D-8588-3124B885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336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EF931A-CD9B-4524-A1F1-3948F67E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860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4E7059-5770-4357-99C5-08FA1A07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43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Leadership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F40412-C1AF-4A4D-B9EF-5EF3950F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2956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D3A0C8-35A8-4C20-B43C-30F40832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527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Analysis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E8C359-74BC-4EEF-B3CE-C3C04050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70522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F78C42-DFA9-4FA2-8365-42951BD1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62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924CD1-AF02-49E7-8173-B4DCF294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1148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BED9F9-1811-417E-A47D-D0F79DF6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719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Cloud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A4FD5F-7C69-4BEE-B9BD-A474768C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5243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2BDACF-104B-40FE-BACB-A722E57C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381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Communication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9532E3-D96B-4A60-936F-B2A3F710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339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AE3775-D49A-4A64-89DD-7F3EBB13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910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Management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7302DA-A707-4C22-AB8D-C64B5228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Unstructured information  →  searchable attributes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72D8D2-C8FE-48D6-ABD7-ED7725A5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6AB764-514D-436A-AD74-67A86E16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867310-48AA-45FE-BBA7-A8913E12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410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CHECK 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2C764A-E1A8-4155-AD70-F65CF8E5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103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E6D781-7F67-44DE-86BA-FEA1DC77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410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INTERACT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19598B-E360-4A03-816A-146353A0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4103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7187FA-B576-488C-9FBB-9E9595DF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10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158039-A643-46C8-8344-47B16003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1032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TALENTIQ</a:t>
            </a:r>
          </a:p>
        </p:txBody>
      </p:sp>
    </p:spTree>
    <p:extLst>
      <p:ext uri="{BB962C8B-B14F-4D97-AF65-F5344CB8AC3E}">
        <p14:creationId xmlns:p14="http://schemas.microsoft.com/office/powerpoint/2010/main" val="12928988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11F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8E0CE1-D290-4CEA-B237-F8F08BB4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7B6B7"/>
                </a:solidFill>
                <a:latin typeface="Arial"/>
                <a:ea typeface="Arial"/>
                <a:cs typeface="Arial"/>
              </a:rPr>
              <a:t>TALENTIQ /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82541-DD14-49F9-B27E-BF788101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67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7B6B7"/>
                </a:solidFill>
                <a:latin typeface="Arial"/>
                <a:ea typeface="Arial"/>
                <a:cs typeface="Arial"/>
              </a:rPr>
              <a:t>07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80B19-1DA6-4A4C-B47B-3638E2F7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B35B5-E2E1-4887-ACC2-E9DAEE69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 the right candidate</a:t>
            </a:r>
          </a:p>
        </p:txBody>
      </p:sp>
      <p:sp>
        <p:nvSpPr>
          <p:cNvPr id="5" name="editable-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889C1F67-BA24-4129-91BA-B4E88CA6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953250" cy="3990975"/>
          </a:xfrm>
          <a:prstGeom xmlns:a="http://schemas.openxmlformats.org/drawingml/2006/main" prst="roundRect">
            <a:avLst>
              <a:gd name="adj" fmla="val 1671"/>
            </a:avLst>
          </a:prstGeom>
          <a:solidFill xmlns:a="http://schemas.openxmlformats.org/drawingml/2006/main">
            <a:srgbClr val="302E2F"/>
          </a:solidFill>
          <a:ln xmlns:a="http://schemas.openxmlformats.org/drawingml/2006/main" w="19050">
            <a:solidFill>
              <a:srgbClr val="817F8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A3425-095C-4FA4-A241-BB24637D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95325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3B39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228D1-E765-403C-B485-783AA75C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05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F1ADC-E684-45FE-9F31-D736E0E5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301C4-F4E3-46D3-B294-642D5694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905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9DA28-D287-4CEE-8118-60319BE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9825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rop-screenshot-here">
            <a:extLst xmlns:a="http://schemas.openxmlformats.org/drawingml/2006/main">
              <a:ext uri="{FF2B5EF4-FFF2-40B4-BE49-F238E27FC236}">
                <a16:creationId xmlns:a16="http://schemas.microsoft.com/office/drawing/2014/main" id="{715741B4-AFA8-43A2-9B1A-2B5123C5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6457950" cy="284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5B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8AFC7-6A9D-467A-92C1-ADE97046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7113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B6B7"/>
                </a:solidFill>
                <a:latin typeface="Arial"/>
                <a:ea typeface="Arial"/>
                <a:cs typeface="Arial"/>
              </a:rPr>
              <a:t>TALENTIQ INTERFACE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CBE14-95F6-4E5A-99B4-E206E429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81438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DROP WEBSITE SCREENSHOT HERE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69486-8DE5-4019-B139-A8765009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809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FILTER BY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B1EE37-B904-48D4-BEDC-7CE9B5BD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266950"/>
            <a:ext cx="3686175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302E2F"/>
          </a:solidFill>
          <a:ln xmlns:a="http://schemas.openxmlformats.org/drawingml/2006/main" w="9525">
            <a:solidFill>
              <a:srgbClr val="5D5B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CA705B-D975-47FB-AE44-0D4501C4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71725"/>
            <a:ext cx="3381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SKILLS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08717A-EC7A-4B51-93C1-E3AFADE2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5747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6B7"/>
                </a:solidFill>
                <a:latin typeface="Arial"/>
                <a:ea typeface="Arial"/>
                <a:cs typeface="Arial"/>
              </a:rPr>
              <a:t>Python  •  SQL  •  AWS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A64F42-D831-478C-84C1-C0F72B79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248025"/>
            <a:ext cx="3686175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302E2F"/>
          </a:solidFill>
          <a:ln xmlns:a="http://schemas.openxmlformats.org/drawingml/2006/main" w="9525">
            <a:solidFill>
              <a:srgbClr val="5D5B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8D3835-C98F-4918-8424-E1A4DB9A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52800"/>
            <a:ext cx="3381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EDUCATION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03BD32-8B0F-4D64-BDE1-C2340DF1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38550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6B7"/>
                </a:solidFill>
                <a:latin typeface="Arial"/>
                <a:ea typeface="Arial"/>
                <a:cs typeface="Arial"/>
              </a:rPr>
              <a:t>School  •  Major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00D599-2CA9-4A4E-B9EC-DA39DC7A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229100"/>
            <a:ext cx="3686175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302E2F"/>
          </a:solidFill>
          <a:ln xmlns:a="http://schemas.openxmlformats.org/drawingml/2006/main" w="9525">
            <a:solidFill>
              <a:srgbClr val="5D5B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689B2C-8CE5-42D5-9F0D-98C9667E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33875"/>
            <a:ext cx="3381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C9187D-49D4-465F-9B15-89FC9E01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196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B6B7"/>
                </a:solidFill>
                <a:latin typeface="Arial"/>
                <a:ea typeface="Arial"/>
                <a:cs typeface="Arial"/>
              </a:rPr>
              <a:t>Projects  •  Roles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A20130-D6EA-4FDE-96B8-9386A1C7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305425"/>
            <a:ext cx="3686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943D02-2233-4AD9-B156-4F7D1069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410200"/>
            <a:ext cx="3686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ROLE REQUIREMENTS  →  TALENTIQ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53350F-E771-4D1C-A002-C1AD8F9D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629275"/>
            <a:ext cx="3686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 MATCHED CANDIDATES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4E8ABC-EC11-42FB-8C6D-D66055FC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6F7255-9478-4B56-B6EA-6FAF705D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9AE523-9273-4273-9965-9935D6A5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410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CHECK 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3448A4-6E7E-4078-A374-C6BB09DC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103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FB1388-94E9-4DC7-86E9-401EC5E2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410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INTERACT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8763AE-C892-4ECB-B0E2-11067B28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4103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ADEB6D-6637-4742-B756-1DF5149C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10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C36025-6D72-464E-BC1B-C820EE08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1032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TALENTIQ</a:t>
            </a:r>
          </a:p>
        </p:txBody>
      </p:sp>
    </p:spTree>
    <p:extLst>
      <p:ext uri="{BB962C8B-B14F-4D97-AF65-F5344CB8AC3E}">
        <p14:creationId xmlns:p14="http://schemas.microsoft.com/office/powerpoint/2010/main" val="1900269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11F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4B9C0D-581D-48C5-AB2B-58FE2D1C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7B6B7"/>
                </a:solidFill>
                <a:latin typeface="Arial"/>
                <a:ea typeface="Arial"/>
                <a:cs typeface="Arial"/>
              </a:rPr>
              <a:t>TALENTIQ /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3D0B0-4460-4DC1-B10B-B04B95CD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67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7B6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7B6B7"/>
                </a:solidFill>
                <a:latin typeface="Arial"/>
                <a:ea typeface="Arial"/>
                <a:cs typeface="Arial"/>
              </a:rPr>
              <a:t>08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A1F12-4907-4DCB-B9FE-A20BA44A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EFAA0-55B6-4D10-AE06-3D1A0C0D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Compare.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5CE61-CDD0-44F4-8416-B5A3ECED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0E9FE-8DBE-4503-8CC4-05A7CE2E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1F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11F20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FCE63-C5B6-4F3D-BFB6-1A2BA0AD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621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1F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1F20"/>
                </a:solidFill>
                <a:latin typeface="Arial"/>
                <a:ea typeface="Arial"/>
                <a:cs typeface="Arial"/>
              </a:rPr>
              <a:t>CANDIDATE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7620C-597A-4996-B366-C657F2A0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9621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1F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1F20"/>
                </a:solidFill>
                <a:latin typeface="Arial"/>
                <a:ea typeface="Arial"/>
                <a:cs typeface="Arial"/>
              </a:rPr>
              <a:t>CANDIDATE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667AF-F38E-486E-95E2-3A622B46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E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FDC4C-2BA7-4B33-8AA7-DDDADAAD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DE7FF-2620-4466-A5F5-44007C22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2076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Education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E9F96-7FF5-4B16-95CF-C93D1881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384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55BD2-7205-412B-883A-8CA73485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6384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A3CC38-652F-4753-99D0-FAB63548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437A6-51D1-4F0C-BF0F-26E34255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9AFBEF-610B-433B-8726-0180BC4A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2076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Skills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1292C8-38A0-4062-9B7E-505B2843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5277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80E3FC-B0B0-4748-8CD8-A8D63FBC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15277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AC1FC6-8A9E-4FD9-856F-B7A27EDD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E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E02D83-5F12-4528-BE4E-A7582EF7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0EA9EF-6DC3-450D-A5F2-ED96A99E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14725"/>
            <a:ext cx="2076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2ADDF3-56D2-4A4D-B472-F34E53BB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671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EF8CF8-08BD-4D95-9616-82EB4F59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6671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55F9C1-60D2-422D-AAF7-5AD12088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9C92D9-F2EC-47BE-86EC-927E3156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BBD0DF-685F-4724-B6C5-2153A0E7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2076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0A99DC-7AD6-4668-B344-06D7B40A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8147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F0F546-57D0-491C-8C59-90C57766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18147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05579E-9717-404E-B6B1-2F701CB4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E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63D2B6-39EF-4698-B218-2693BFE3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8DE536-A331-417F-8F40-3A5B23DC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2076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Recruiter Notes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D1ABF1-5284-46E8-A01D-537C7668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958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415A3D-7D65-4E1B-A0E3-C4EAF69E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6958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0A36C5-B8D7-406A-829F-61D70A9D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3CE99E-6C49-4688-8B62-AEFA4806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12AFA1-03F1-4647-9C2D-F9049C77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57775"/>
            <a:ext cx="2076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Conversation Insights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9FE73E-66A9-40DD-ABF8-C7F31DF3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1017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68EE61-7B2F-4287-9C89-9F3054BA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521017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A3C297-97E2-4F75-8F1D-A1C094E3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66900"/>
            <a:ext cx="9525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D8B16C-F6E0-4855-A1C5-8BAD1314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866900"/>
            <a:ext cx="9525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BDD208-7565-4EFE-B9A9-43CA99EA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career fair conversation → confident recruiting decision.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7D4F81-DEC5-42A2-A97C-106D854A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203323-2691-4218-9DBE-0A0737D1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094784-0CC7-4AF0-94E3-E323F8A2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410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CHECK IN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F2A2D1-D2F5-4727-B261-A7C9E34A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103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EBC9DC-C5D9-4D13-B5BC-0292EC84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410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INTERACT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EEB25F-1711-4475-A2D9-3235E803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4103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3910B6-6153-44F0-BDA7-94DB4118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10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991E2B-A743-4D40-B4A6-4EE5DB61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1032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5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77576"/>
                </a:solidFill>
                <a:latin typeface="Arial"/>
                <a:ea typeface="Arial"/>
                <a:cs typeface="Arial"/>
              </a:rPr>
              <a:t>TALENTIQ</a:t>
            </a:r>
          </a:p>
        </p:txBody>
      </p:sp>
    </p:spTree>
    <p:extLst>
      <p:ext uri="{BB962C8B-B14F-4D97-AF65-F5344CB8AC3E}">
        <p14:creationId xmlns:p14="http://schemas.microsoft.com/office/powerpoint/2010/main" val="15467817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2026-10-05T16:56:45.9080000Z</dcterms:created>
  <dcterms:modified xsi:type="dcterms:W3CDTF">2026-10-05T16:56:45.9080000Z</dcterms:modified>
</coreProperties>
</file>